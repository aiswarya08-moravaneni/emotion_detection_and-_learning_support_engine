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AI Product Intelligence System</a:t>
            </a:r>
          </a:p>
          <a:p>
            <a:pPr>
              <a:defRPr sz="2000">
                <a:solidFill>
                  <a:srgbClr val="7F8C8D"/>
                </a:solidFill>
              </a:defRPr>
            </a:pPr>
            <a:r>
              <a:t>Epic 2: Model Training &amp; Domain Adaptation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Story 4: Domain-Adaptive Fine-Tuning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4495E"/>
                </a:solidFill>
              </a:defRPr>
            </a:pPr>
            <a:r>
              <a:t>• Targeted Learning: Fine-tuned the baseline BiLSTM layer on 10,000 distinct student-specific context matrices.</a:t>
            </a:r>
          </a:p>
          <a:p>
            <a:pPr>
              <a:spcAft>
                <a:spcPts val="1400"/>
              </a:spcAft>
              <a:defRPr sz="1400">
                <a:solidFill>
                  <a:srgbClr val="34495E"/>
                </a:solidFill>
              </a:defRPr>
            </a:pPr>
            <a:r>
              <a:t>• Transfer Learning Success: Model converged on convergence thresholds with 100% validation accuracy by Epoch 3.</a:t>
            </a:r>
          </a:p>
          <a:p>
            <a:pPr>
              <a:spcAft>
                <a:spcPts val="1400"/>
              </a:spcAft>
              <a:defRPr sz="1400">
                <a:solidFill>
                  <a:srgbClr val="34495E"/>
                </a:solidFill>
              </a:defRPr>
            </a:pPr>
            <a:r>
              <a:t>• Vocabulary Adaptation: Vocabulary mapping aligned seamlessly with specialized learner environments.</a:t>
            </a:r>
          </a:p>
          <a:p>
            <a:pPr>
              <a:spcAft>
                <a:spcPts val="1400"/>
              </a:spcAft>
              <a:defRPr sz="1400">
                <a:solidFill>
                  <a:srgbClr val="34495E"/>
                </a:solidFill>
              </a:defRPr>
            </a:pPr>
            <a:r>
              <a:t>• Artifact Persistence: Saved production-ready architecture binary as 'bilstm_student_adaptive.keras'.</a:t>
            </a:r>
          </a:p>
        </p:txBody>
      </p:sp>
      <p:pic>
        <p:nvPicPr>
          <p:cNvPr id="4" name="Picture 3" descr="temp_train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307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